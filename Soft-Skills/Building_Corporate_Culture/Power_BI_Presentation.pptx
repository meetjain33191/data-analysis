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0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70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5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8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49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2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0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7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06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50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24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22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02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7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11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36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20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1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BI: Transforming Data into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Introduction to Data Visualization and Business Intelligence</a:t>
            </a:r>
          </a:p>
          <a:p>
            <a:r>
              <a:t>Meet Jain</a:t>
            </a:r>
          </a:p>
          <a:p>
            <a:r>
              <a:t>June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Power BI?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Power BI is a business analytics tool by Microsoft that allows users to visualize data and share insights.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Power BI Desktop – Design reports</a:t>
            </a:r>
          </a:p>
          <a:p>
            <a:pPr marL="0" indent="0">
              <a:buNone/>
            </a:pPr>
            <a:r>
              <a:rPr dirty="0"/>
              <a:t>• Power BI Service (Cloud) – Share &amp; collaborate</a:t>
            </a:r>
          </a:p>
          <a:p>
            <a:pPr marL="0" indent="0">
              <a:buNone/>
            </a:pPr>
            <a:r>
              <a:rPr dirty="0"/>
              <a:t>• Power BI Mobile App – View on the go</a:t>
            </a:r>
          </a:p>
          <a:p>
            <a:pPr marL="0" indent="0">
              <a:buNone/>
            </a:pPr>
            <a:r>
              <a:rPr dirty="0"/>
              <a:t>• Power Query – Data transformation</a:t>
            </a:r>
          </a:p>
          <a:p>
            <a:pPr marL="0" indent="0">
              <a:buNone/>
            </a:pPr>
            <a:r>
              <a:rPr dirty="0"/>
              <a:t>• Power Pivot – Data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of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Connect to Data</a:t>
            </a:r>
          </a:p>
          <a:p>
            <a:pPr marL="0" indent="0">
              <a:buNone/>
            </a:pPr>
            <a:r>
              <a:rPr dirty="0"/>
              <a:t>2. Transform Data (Power Query)</a:t>
            </a:r>
          </a:p>
          <a:p>
            <a:pPr marL="0" indent="0">
              <a:buNone/>
            </a:pPr>
            <a:r>
              <a:rPr dirty="0"/>
              <a:t>3. Create Model (Power Pivot)</a:t>
            </a:r>
          </a:p>
          <a:p>
            <a:pPr marL="0" indent="0">
              <a:buNone/>
            </a:pPr>
            <a:r>
              <a:rPr dirty="0"/>
              <a:t>4. Build Reports (Power BI Desktop)</a:t>
            </a:r>
          </a:p>
          <a:p>
            <a:pPr marL="0" indent="0">
              <a:buNone/>
            </a:pPr>
            <a:r>
              <a:rPr dirty="0"/>
              <a:t>5. Publish to Power BI Service</a:t>
            </a:r>
          </a:p>
          <a:p>
            <a:pPr marL="0" indent="0">
              <a:buNone/>
            </a:pPr>
            <a:r>
              <a:rPr dirty="0"/>
              <a:t>6. Share &amp; Collaborate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Drag-and-drop interface</a:t>
            </a:r>
          </a:p>
          <a:p>
            <a:pPr marL="0" indent="0">
              <a:buNone/>
            </a:pPr>
            <a:r>
              <a:rPr dirty="0"/>
              <a:t>• Data modeling capabilities</a:t>
            </a:r>
          </a:p>
          <a:p>
            <a:pPr marL="0" indent="0">
              <a:buNone/>
            </a:pPr>
            <a:r>
              <a:rPr dirty="0"/>
              <a:t>• Real-time dashboards</a:t>
            </a:r>
          </a:p>
          <a:p>
            <a:pPr marL="0" indent="0">
              <a:buNone/>
            </a:pPr>
            <a:r>
              <a:rPr dirty="0"/>
              <a:t>• Integration with Excel, SQL, cloud services</a:t>
            </a:r>
          </a:p>
          <a:p>
            <a:pPr marL="0" indent="0">
              <a:buNone/>
            </a:pPr>
            <a:r>
              <a:rPr dirty="0"/>
              <a:t>• AI-powered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Retail: Track sales performance</a:t>
            </a:r>
          </a:p>
          <a:p>
            <a:pPr marL="0" indent="0">
              <a:buNone/>
            </a:pPr>
            <a:r>
              <a:rPr dirty="0"/>
              <a:t>• Finance: Monitor KPIs and dashboards</a:t>
            </a:r>
          </a:p>
          <a:p>
            <a:pPr marL="0" indent="0">
              <a:buNone/>
            </a:pPr>
            <a:r>
              <a:rPr dirty="0"/>
              <a:t>• HR: Analyze employee productivity</a:t>
            </a:r>
          </a:p>
          <a:p>
            <a:pPr marL="0" indent="0">
              <a:buNone/>
            </a:pPr>
            <a:r>
              <a:rPr dirty="0"/>
              <a:t>• Marketing: Visualize campaign effectiveness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Power BI is essential for data-driven decision making</a:t>
            </a:r>
          </a:p>
          <a:p>
            <a:pPr marL="0" indent="0">
              <a:buNone/>
            </a:pPr>
            <a:r>
              <a:rPr dirty="0"/>
              <a:t>• Growing demand across industries</a:t>
            </a:r>
          </a:p>
          <a:p>
            <a:pPr marL="0" indent="0">
              <a:buNone/>
            </a:pPr>
            <a:r>
              <a:rPr dirty="0"/>
              <a:t>• Future: Enhanced AI, real-time analytics, more integrations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</TotalTime>
  <Words>216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Power BI: Transforming Data into Insights</vt:lpstr>
      <vt:lpstr>What is Power BI?</vt:lpstr>
      <vt:lpstr>Power BI Components</vt:lpstr>
      <vt:lpstr>Workflow of Power BI</vt:lpstr>
      <vt:lpstr>Key Features &amp; Benefits</vt:lpstr>
      <vt:lpstr>Real-World Use Cases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Meet Jain</cp:lastModifiedBy>
  <cp:revision>6</cp:revision>
  <dcterms:created xsi:type="dcterms:W3CDTF">2013-01-27T09:14:16Z</dcterms:created>
  <dcterms:modified xsi:type="dcterms:W3CDTF">2025-06-03T11:29:01Z</dcterms:modified>
  <cp:category/>
</cp:coreProperties>
</file>